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7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0739646C-8A41-44E9-B7C3-FF0B55454FA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940754-511B-4332-8F51-8F43EF4C0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142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646C-8A41-44E9-B7C3-FF0B55454FA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0754-511B-4332-8F51-8F43EF4C0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319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739646C-8A41-44E9-B7C3-FF0B55454FA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940754-511B-4332-8F51-8F43EF4C0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904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646C-8A41-44E9-B7C3-FF0B55454FA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0754-511B-4332-8F51-8F43EF4C0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171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646C-8A41-44E9-B7C3-FF0B55454FA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0754-511B-4332-8F51-8F43EF4C0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149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646C-8A41-44E9-B7C3-FF0B55454FA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0754-511B-4332-8F51-8F43EF4C0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4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646C-8A41-44E9-B7C3-FF0B55454FA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0754-511B-4332-8F51-8F43EF4C0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408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646C-8A41-44E9-B7C3-FF0B55454FA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0754-511B-4332-8F51-8F43EF4C0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1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646C-8A41-44E9-B7C3-FF0B55454FA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0754-511B-4332-8F51-8F43EF4C0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34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646C-8A41-44E9-B7C3-FF0B55454FA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0754-511B-4332-8F51-8F43EF4C0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463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739646C-8A41-44E9-B7C3-FF0B55454FA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940754-511B-4332-8F51-8F43EF4C0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345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739646C-8A41-44E9-B7C3-FF0B55454FA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940754-511B-4332-8F51-8F43EF4C092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609344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739646C-8A41-44E9-B7C3-FF0B55454FA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940754-511B-4332-8F51-8F43EF4C0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5274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646C-8A41-44E9-B7C3-FF0B55454FA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0754-511B-4332-8F51-8F43EF4C0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9766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646C-8A41-44E9-B7C3-FF0B55454FA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0754-511B-4332-8F51-8F43EF4C0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3623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646C-8A41-44E9-B7C3-FF0B55454FA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0754-511B-4332-8F51-8F43EF4C0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309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739646C-8A41-44E9-B7C3-FF0B55454FA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940754-511B-4332-8F51-8F43EF4C0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521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9646C-8A41-44E9-B7C3-FF0B55454FA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940754-511B-4332-8F51-8F43EF4C0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2284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5DAE0-EE1F-E256-5176-4E506F1720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Innovation and invention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9EEBEB2A-AABE-6F71-6057-B4CA9EAA9A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048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CBD57-9DCE-BD3C-9417-51C1535D7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INNOVATION ON PRETERM BIRTH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01856-6CA0-98B7-8AF7-C12884BC0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Title: Risk prediction on preterm birth for pregnant women</a:t>
            </a:r>
          </a:p>
          <a:p>
            <a:r>
              <a:rPr lang="en-US" dirty="0"/>
              <a:t>Subtitle: Leveraging IT to enhance maternal Healthcare Outcomes</a:t>
            </a:r>
          </a:p>
          <a:p>
            <a:r>
              <a:rPr lang="en-US" dirty="0"/>
              <a:t>Presented by: Anne Cynthia Muthoni Macharia </a:t>
            </a:r>
          </a:p>
          <a:p>
            <a:r>
              <a:rPr lang="en-US" dirty="0"/>
              <a:t>Degree: Bachelor of Science in Technology </a:t>
            </a:r>
          </a:p>
        </p:txBody>
      </p:sp>
    </p:spTree>
    <p:extLst>
      <p:ext uri="{BB962C8B-B14F-4D97-AF65-F5344CB8AC3E}">
        <p14:creationId xmlns:p14="http://schemas.microsoft.com/office/powerpoint/2010/main" val="1541083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4911E-D131-EF26-D20B-09C2119B8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BF295-59FB-7A74-9F27-A2B57C19F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Preterm birth remains a significant challenge globally often leading to complications that impact infant survival and long term health.</a:t>
            </a:r>
          </a:p>
          <a:p>
            <a:r>
              <a:rPr lang="en-US" dirty="0"/>
              <a:t>Limited access to early information and screening tools in many communities prevents timely medical intervention.</a:t>
            </a:r>
          </a:p>
          <a:p>
            <a:r>
              <a:rPr lang="en-US" dirty="0"/>
              <a:t>My background in a society that values collective well being motivated me to address this healthcare gap.</a:t>
            </a:r>
          </a:p>
        </p:txBody>
      </p:sp>
    </p:spTree>
    <p:extLst>
      <p:ext uri="{BB962C8B-B14F-4D97-AF65-F5344CB8AC3E}">
        <p14:creationId xmlns:p14="http://schemas.microsoft.com/office/powerpoint/2010/main" val="4180362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9032E-23DB-A01D-C23E-B4065A0D9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INNOVATION: A DIGITAL HEALTH SOLUTION</a:t>
            </a:r>
            <a:br>
              <a:rPr lang="en-US" dirty="0"/>
            </a:br>
            <a:r>
              <a:rPr lang="en-US" dirty="0"/>
              <a:t>PRETERM CARE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33680-1AF8-0450-DC8B-302BFB253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developed a web application specifically designed to assess and predict risks of preterm birth in pregnant women.</a:t>
            </a:r>
          </a:p>
          <a:p>
            <a:r>
              <a:rPr lang="en-US" dirty="0"/>
              <a:t>This tool serves as a platform for innovation and social impact, aligning with my passion for using IT to solve real-world problems.</a:t>
            </a:r>
          </a:p>
          <a:p>
            <a:r>
              <a:rPr lang="en-US" dirty="0"/>
              <a:t>The application bridges the digital divide by providing accessible screening tools for expectant mothers</a:t>
            </a:r>
          </a:p>
        </p:txBody>
      </p:sp>
    </p:spTree>
    <p:extLst>
      <p:ext uri="{BB962C8B-B14F-4D97-AF65-F5344CB8AC3E}">
        <p14:creationId xmlns:p14="http://schemas.microsoft.com/office/powerpoint/2010/main" val="666068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A0D2-7BAC-3D5C-4633-83987422B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Technical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FE74F-4413-BA52-5218-3B292A107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Risk Prediction: Utilizes data-driven algorithms to identify high-risk factors early in pregnancy.</a:t>
            </a:r>
          </a:p>
          <a:p>
            <a:r>
              <a:rPr lang="en-US" dirty="0"/>
              <a:t>Risk Assessment: Provides a structured interface for women to input symptoms and history for immediate feedback.</a:t>
            </a:r>
          </a:p>
          <a:p>
            <a:r>
              <a:rPr lang="en-US" dirty="0"/>
              <a:t>Technology Stack: Built using core IT skills including Programming (Python/Java), Database Systems (MySQL), and Web Design Fundamentals (HTML/CSS).</a:t>
            </a:r>
          </a:p>
        </p:txBody>
      </p:sp>
    </p:spTree>
    <p:extLst>
      <p:ext uri="{BB962C8B-B14F-4D97-AF65-F5344CB8AC3E}">
        <p14:creationId xmlns:p14="http://schemas.microsoft.com/office/powerpoint/2010/main" val="2747702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3C21F-43D1-2A8F-415B-B792AED4F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Solving &amp; Logical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870AE-540A-1FE3-54C8-82BFE052C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development process required strong analytical and logical thinking to ensure the accuracy of risk assessments.</a:t>
            </a:r>
          </a:p>
          <a:p>
            <a:r>
              <a:rPr lang="en-US" dirty="0"/>
              <a:t>User-centric design was prioritized to ensure that the interface is accessible to women regardless of their level of digital literacy.</a:t>
            </a:r>
          </a:p>
          <a:p>
            <a:r>
              <a:rPr lang="en-US" dirty="0"/>
              <a:t>The system was tested to handle complex data inputs and provide reliable, life-saving information.</a:t>
            </a:r>
          </a:p>
        </p:txBody>
      </p:sp>
    </p:spTree>
    <p:extLst>
      <p:ext uri="{BB962C8B-B14F-4D97-AF65-F5344CB8AC3E}">
        <p14:creationId xmlns:p14="http://schemas.microsoft.com/office/powerpoint/2010/main" val="621414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110A0-2FD9-ECBD-2798-D01FD8504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Teamwork &amp; Collaborative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A8E3A-0B4B-2702-CDBB-2424C6757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Like my previous work on mobile apps at </a:t>
            </a:r>
            <a:r>
              <a:rPr lang="en-US" dirty="0" err="1"/>
              <a:t>DeKUT</a:t>
            </a:r>
            <a:r>
              <a:rPr lang="en-US" dirty="0"/>
              <a:t>, this project benefited from collaborative feedback and peer review.</a:t>
            </a:r>
          </a:p>
          <a:p>
            <a:r>
              <a:rPr lang="en-US" dirty="0"/>
              <a:t>Participating in coding clubs and hackathons provided the necessary environment to refine the application's functionality.</a:t>
            </a:r>
          </a:p>
          <a:p>
            <a:r>
              <a:rPr lang="en-US" dirty="0"/>
              <a:t>Leadership in academic projects helped me manage the development lifecycle from concept to prototype.</a:t>
            </a:r>
          </a:p>
        </p:txBody>
      </p:sp>
    </p:spTree>
    <p:extLst>
      <p:ext uri="{BB962C8B-B14F-4D97-AF65-F5344CB8AC3E}">
        <p14:creationId xmlns:p14="http://schemas.microsoft.com/office/powerpoint/2010/main" val="4272947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DA22A-EE19-CD4D-024C-EA8F9FB11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Considerations &amp; Responsibility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D3912-E8FE-CCEA-3E11-10A3E5D32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Privacy: As an IT professional, I prioritize the ethical and responsible use of sensitive medical </a:t>
            </a:r>
            <a:r>
              <a:rPr lang="en-US" dirty="0" err="1"/>
              <a:t>data.Integrity</a:t>
            </a:r>
            <a:r>
              <a:rPr lang="en-US" dirty="0"/>
              <a:t>: </a:t>
            </a:r>
          </a:p>
          <a:p>
            <a:r>
              <a:rPr lang="en-US" dirty="0"/>
              <a:t>Ensuring the application provides accurate, evidence-based information to avoid misleading </a:t>
            </a:r>
            <a:r>
              <a:rPr lang="en-US" dirty="0" err="1"/>
              <a:t>users.Security</a:t>
            </a:r>
            <a:r>
              <a:rPr lang="en-US" dirty="0"/>
              <a:t>: </a:t>
            </a:r>
          </a:p>
          <a:p>
            <a:r>
              <a:rPr lang="en-US" dirty="0"/>
              <a:t>Implementing secure database management to protect the identity and history of pregnant women.</a:t>
            </a:r>
          </a:p>
        </p:txBody>
      </p:sp>
    </p:spTree>
    <p:extLst>
      <p:ext uri="{BB962C8B-B14F-4D97-AF65-F5344CB8AC3E}">
        <p14:creationId xmlns:p14="http://schemas.microsoft.com/office/powerpoint/2010/main" val="580879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88E3E-A52B-3F65-9FF8-D413A8975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Societal Impact &amp; Gender Empowerment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B5BEB-4D47-15CB-E658-24A1AC25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innovation directly supports gender equality by empowering women with information about their own reproductive health.</a:t>
            </a:r>
          </a:p>
          <a:p>
            <a:r>
              <a:rPr lang="en-US" dirty="0"/>
              <a:t>By providing a tool for early detection, the app contributes to national development and improved healthcare standards.</a:t>
            </a:r>
          </a:p>
          <a:p>
            <a:r>
              <a:rPr lang="en-US" dirty="0"/>
              <a:t>It aligns with the theme of using modern technology to solve challenges within the African context.</a:t>
            </a:r>
          </a:p>
        </p:txBody>
      </p:sp>
    </p:spTree>
    <p:extLst>
      <p:ext uri="{BB962C8B-B14F-4D97-AF65-F5344CB8AC3E}">
        <p14:creationId xmlns:p14="http://schemas.microsoft.com/office/powerpoint/2010/main" val="2577632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48FCE-7DFC-A5B5-0A90-4F1DD0555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Goals – Scaling the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6D85F-A922-488E-C97E-D908E0DA8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aim to scale this application to reach rural communities where access to specialists is limited.</a:t>
            </a:r>
          </a:p>
          <a:p>
            <a:r>
              <a:rPr lang="en-US" dirty="0"/>
              <a:t>Future iterations may include AI integration for more precise predictive modeling and data analytics for agricultural or healthcare trends.</a:t>
            </a:r>
          </a:p>
          <a:p>
            <a:r>
              <a:rPr lang="en-US" dirty="0"/>
              <a:t>I plan to collaborate with healthcare providers to integrate this tool into standard prenatal care.</a:t>
            </a:r>
          </a:p>
        </p:txBody>
      </p:sp>
    </p:spTree>
    <p:extLst>
      <p:ext uri="{BB962C8B-B14F-4D97-AF65-F5344CB8AC3E}">
        <p14:creationId xmlns:p14="http://schemas.microsoft.com/office/powerpoint/2010/main" val="2054382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32B88-9BD7-3FDA-343A-20192EA00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52B45-6A24-AF4F-5818-EB5ED234B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web application reflects my commitment to excellence, service, and innovation in the field of IT.</a:t>
            </a:r>
          </a:p>
          <a:p>
            <a:r>
              <a:rPr lang="en-US" dirty="0"/>
              <a:t>My journey—from tinkering with old computers to developing healthcare solutions—is driven by a desire to contribute positively to </a:t>
            </a:r>
            <a:r>
              <a:rPr lang="en-US" err="1"/>
              <a:t>society</a:t>
            </a:r>
            <a:r>
              <a:rPr lang="en-US"/>
              <a:t>.</a:t>
            </a:r>
          </a:p>
          <a:p>
            <a:r>
              <a:rPr lang="en-US"/>
              <a:t>Through </a:t>
            </a:r>
            <a:r>
              <a:rPr lang="en-US" dirty="0"/>
              <a:t>technology, we can foster inclusion, empowerment, and sustainable development for future generations.</a:t>
            </a:r>
          </a:p>
        </p:txBody>
      </p:sp>
    </p:spTree>
    <p:extLst>
      <p:ext uri="{BB962C8B-B14F-4D97-AF65-F5344CB8AC3E}">
        <p14:creationId xmlns:p14="http://schemas.microsoft.com/office/powerpoint/2010/main" val="3010884118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25</TotalTime>
  <Words>574</Words>
  <Application>Microsoft Office PowerPoint</Application>
  <PresentationFormat>Widescreen</PresentationFormat>
  <Paragraphs>42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Vapor Trail</vt:lpstr>
      <vt:lpstr>Innovation and invention</vt:lpstr>
      <vt:lpstr>INNOVATION ON PRETERM BIRTH PREDICTION</vt:lpstr>
      <vt:lpstr>PROBLEM STATEMENT</vt:lpstr>
      <vt:lpstr>INNOVATION: A DIGITAL HEALTH SOLUTION PRETERM CARE SYSTEM</vt:lpstr>
      <vt:lpstr>Core Technical Features</vt:lpstr>
      <vt:lpstr>Problem Solving &amp; Logical Design</vt:lpstr>
      <vt:lpstr>Teamwork &amp; Collaborative Development</vt:lpstr>
      <vt:lpstr>Ethical Considerations &amp; Responsibility</vt:lpstr>
      <vt:lpstr>Societal Impact &amp; Gender Empowerment</vt:lpstr>
      <vt:lpstr>Future Goals – Scaling the Impact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Innovation and invention</dc:title>
  <dc:creator>Cynthia Macharia</dc:creator>
  <cp:lastModifiedBy>Cynthia Macharia</cp:lastModifiedBy>
  <cp:revision>11</cp:revision>
  <dcterms:created xsi:type="dcterms:W3CDTF">2026-01-22T09:35:32Z</dcterms:created>
  <dcterms:modified xsi:type="dcterms:W3CDTF">2026-01-28T11:13:21Z</dcterms:modified>
</cp:coreProperties>
</file>
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2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15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54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01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37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7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94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6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6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01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9474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2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31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4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4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8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05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African Culture &amp;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Community and Family as Foundations of African Society</a:t>
            </a:r>
          </a:p>
          <a:p>
            <a:r>
              <a:t>Application in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culture emphasizes community, family, and collective responsibility.</a:t>
            </a:r>
          </a:p>
          <a:p>
            <a:r>
              <a:t>These values strongly influence modern IT practices.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Extended Family &amp; IT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Encourages teamwork and collaboration.</a:t>
            </a:r>
          </a:p>
          <a:p>
            <a:r>
              <a:t>Similar to agile development and team-based projects.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Elders &amp; Knowledge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Elders preserve knowledge.</a:t>
            </a:r>
          </a:p>
          <a:p>
            <a:r>
              <a:t>Comparable to documentation, mentorship, and knowledge management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Collective Identity &amp; User-Centered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community needs.</a:t>
            </a:r>
          </a:p>
          <a:p>
            <a:r>
              <a:t>Inspires inclusive and user-centered system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Mutual Support &amp; Open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responsibility and support.</a:t>
            </a:r>
          </a:p>
          <a:p>
            <a:r>
              <a:t>Reflected in open-source software communities.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Preservation &amp; Digital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helps preserve culture.</a:t>
            </a:r>
          </a:p>
          <a:p>
            <a:r>
              <a:t>Examples: Digital archives, mobile apps, databases.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cultural values enhance ethical, inclusive, and collaborative IT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</TotalTime>
  <Words>142</Words>
  <Application>Microsoft Office PowerPoint</Application>
  <PresentationFormat>On-screen Show (4:3)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African Culture &amp; IT</vt:lpstr>
      <vt:lpstr>Introduction</vt:lpstr>
      <vt:lpstr>Extended Family &amp; IT Collaboration</vt:lpstr>
      <vt:lpstr>Role of Elders &amp; Knowledge Systems</vt:lpstr>
      <vt:lpstr>Collective Identity &amp; User-Centered Design</vt:lpstr>
      <vt:lpstr>Mutual Support &amp; Open Source</vt:lpstr>
      <vt:lpstr>Cultural Preservation &amp; Digital Systems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African Culture &amp; IT</dc:title>
  <dc:subject/>
  <dc:creator/>
  <cp:keywords/>
  <dc:description>generated using python-pptx</dc:description>
  <cp:lastModifiedBy>Cynthia Macharia</cp:lastModifiedBy>
  <cp:revision>2</cp:revision>
  <dcterms:created xsi:type="dcterms:W3CDTF">2013-01-27T09:14:16Z</dcterms:created>
  <dcterms:modified xsi:type="dcterms:W3CDTF">2026-01-28T10:50:38Z</dcterms:modified>
  <cp:category/>
</cp:coreProperties>
</file>
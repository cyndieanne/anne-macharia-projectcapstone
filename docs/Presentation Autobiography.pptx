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9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52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2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8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3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6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5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17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8968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20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59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61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6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2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7EA85-0199-4757-873A-0076483752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3D99D-E5D1-4AA9-9F3C-6D4B1C4E5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15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54F5-76FA-12DF-BCEE-4313EF24A7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AUTOBIOGRAPHY PRESENTATION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AB344F-6B59-C2D4-84F4-D122B4858C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1140" y="412448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3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EA5284-B519-FD38-C735-20BD70FE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2ACCC-4C2C-CE70-DF65-A508F65F0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NAME; Anne Cynthia Muthoni Macharia</a:t>
            </a:r>
          </a:p>
          <a:p>
            <a:r>
              <a:rPr lang="en-US" dirty="0"/>
              <a:t>Education: Pursuing a bachelor of science in information Technology at </a:t>
            </a:r>
            <a:r>
              <a:rPr lang="en-US" dirty="0" err="1"/>
              <a:t>Dedan</a:t>
            </a:r>
            <a:r>
              <a:rPr lang="en-US" dirty="0"/>
              <a:t> Kimathi University of Technology</a:t>
            </a:r>
          </a:p>
          <a:p>
            <a:r>
              <a:rPr lang="en-US" dirty="0"/>
              <a:t>Origin: Born on October in Nairobi County, Umoja</a:t>
            </a:r>
          </a:p>
          <a:p>
            <a:r>
              <a:rPr lang="en-US" dirty="0"/>
              <a:t>Core Belief: Education is a tool for empowerment, personal growth and social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42660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497C-B69C-EF68-7A0E-B2CF5883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childhood and family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B52E-0D1F-0127-3F8D-C584C3D4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Family Structure: Raised in a family of three including parents and one sibling </a:t>
            </a:r>
          </a:p>
          <a:p>
            <a:r>
              <a:rPr lang="en-US" dirty="0"/>
              <a:t>Values: Instilled with honesty, </a:t>
            </a:r>
            <a:r>
              <a:rPr lang="en-US" dirty="0" err="1"/>
              <a:t>hardwork</a:t>
            </a:r>
            <a:r>
              <a:rPr lang="en-US" dirty="0"/>
              <a:t>, respect for others and discipline.</a:t>
            </a:r>
          </a:p>
          <a:p>
            <a:r>
              <a:rPr lang="en-US" dirty="0"/>
              <a:t>Community: Grew up in a close knit African community that emphasized unity, mutual support and respect for elders.</a:t>
            </a:r>
          </a:p>
          <a:p>
            <a:r>
              <a:rPr lang="en-US" dirty="0"/>
              <a:t>Safety: Lived in a safe environment surrounded by caring neighbors and law enforcement.</a:t>
            </a:r>
          </a:p>
        </p:txBody>
      </p:sp>
    </p:spTree>
    <p:extLst>
      <p:ext uri="{BB962C8B-B14F-4D97-AF65-F5344CB8AC3E}">
        <p14:creationId xmlns:p14="http://schemas.microsoft.com/office/powerpoint/2010/main" val="195403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AF71-F928-1A54-7A13-B4C09A1D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AND SECONDARY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118A-ACB6-7D4D-7EEA-6D11172EF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School: Attended Unity Primary School in Umoja enjoyed Mathematics and English</a:t>
            </a:r>
          </a:p>
          <a:p>
            <a:r>
              <a:rPr lang="en-US" dirty="0"/>
              <a:t>Interests: Developed early interests in drawing and joined an under 18 basketball team.</a:t>
            </a:r>
          </a:p>
          <a:p>
            <a:r>
              <a:rPr lang="en-US" dirty="0"/>
              <a:t>Secondary School: Attended </a:t>
            </a:r>
            <a:r>
              <a:rPr lang="en-US" dirty="0" err="1"/>
              <a:t>Kiaragana</a:t>
            </a:r>
            <a:r>
              <a:rPr lang="en-US" dirty="0"/>
              <a:t> High School, experienced growth through a strict schedule and compulsory mass.</a:t>
            </a:r>
          </a:p>
          <a:p>
            <a:r>
              <a:rPr lang="en-US" dirty="0"/>
              <a:t>Extracurriculars: Participated in academic contests, music festivals and athletics.</a:t>
            </a:r>
          </a:p>
        </p:txBody>
      </p:sp>
    </p:spTree>
    <p:extLst>
      <p:ext uri="{BB962C8B-B14F-4D97-AF65-F5344CB8AC3E}">
        <p14:creationId xmlns:p14="http://schemas.microsoft.com/office/powerpoint/2010/main" val="31208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C7DF-0A45-6003-A34F-90F1882A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Information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EDA63-4FC7-B90F-84AB-53CC2114D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Motivation: Sparked by curiosity about how systems function and a desire to solve real-world problems like insecurity and unemployment.</a:t>
            </a:r>
          </a:p>
          <a:p>
            <a:r>
              <a:rPr lang="en-US" dirty="0"/>
              <a:t>Inspiration: Influenced by my high school computer science teacher who introduced her to Python and Java.</a:t>
            </a:r>
          </a:p>
          <a:p>
            <a:r>
              <a:rPr lang="en-US" dirty="0"/>
              <a:t>Purpose: I view technology as a platform for innovation and social impact.</a:t>
            </a:r>
          </a:p>
          <a:p>
            <a:r>
              <a:rPr lang="en-US" dirty="0"/>
              <a:t>Skills: Proficient in Python, Java,  HTML, CSS and PostgreSQL</a:t>
            </a:r>
          </a:p>
        </p:txBody>
      </p:sp>
    </p:spTree>
    <p:extLst>
      <p:ext uri="{BB962C8B-B14F-4D97-AF65-F5344CB8AC3E}">
        <p14:creationId xmlns:p14="http://schemas.microsoft.com/office/powerpoint/2010/main" val="17721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CEAC-00A2-6C9A-C301-0E4ECA1E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UNIVERSITY LIFE AND ACADEMIC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B6F65-5F9B-7FD7-2534-C54D3CCF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Academic Home: Student at </a:t>
            </a:r>
            <a:r>
              <a:rPr lang="en-US" dirty="0" err="1"/>
              <a:t>Dedan</a:t>
            </a:r>
            <a:r>
              <a:rPr lang="en-US" dirty="0"/>
              <a:t> Kimathi University of Technology</a:t>
            </a:r>
          </a:p>
          <a:p>
            <a:r>
              <a:rPr lang="en-US" dirty="0"/>
              <a:t>Collaboration: Member of the coding club and participated in </a:t>
            </a:r>
            <a:r>
              <a:rPr lang="en-US" dirty="0" err="1"/>
              <a:t>hachathons</a:t>
            </a:r>
            <a:endParaRPr lang="en-US" dirty="0"/>
          </a:p>
          <a:p>
            <a:r>
              <a:rPr lang="en-US" dirty="0"/>
              <a:t>Practical Experience: Developed a web application that can be used in a hospital</a:t>
            </a:r>
          </a:p>
          <a:p>
            <a:r>
              <a:rPr lang="en-US" dirty="0"/>
              <a:t>Attachment: Interned at </a:t>
            </a:r>
            <a:r>
              <a:rPr lang="en-US" dirty="0" err="1"/>
              <a:t>Karatina</a:t>
            </a:r>
            <a:r>
              <a:rPr lang="en-US" dirty="0"/>
              <a:t> Hospital ICT department, assisting in system maintenance/support, network management/Administration </a:t>
            </a:r>
            <a:r>
              <a:rPr lang="en-US"/>
              <a:t>and Security.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59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8C0E-F3A4-986F-FECA-78B4FC13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and community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6526A-BFF8-4459-9489-0A6A1055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Leadership Roles: Served as a class representative(high school) team leader for academic projects.</a:t>
            </a:r>
          </a:p>
          <a:p>
            <a:r>
              <a:rPr lang="en-US" dirty="0"/>
              <a:t>Volunteering: Conducted digital literacy training for the community and mentored secondary students on career choices.</a:t>
            </a:r>
          </a:p>
          <a:p>
            <a:r>
              <a:rPr lang="en-US" dirty="0"/>
              <a:t>Advocacy: Motivated to promote girls’ education and gender equality in technology related fields.</a:t>
            </a:r>
          </a:p>
        </p:txBody>
      </p:sp>
    </p:spTree>
    <p:extLst>
      <p:ext uri="{BB962C8B-B14F-4D97-AF65-F5344CB8AC3E}">
        <p14:creationId xmlns:p14="http://schemas.microsoft.com/office/powerpoint/2010/main" val="2496745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382A-1D71-5F4E-E8B0-920AE0D3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CEC92-C4C7-9F8A-C6CF-9982B6B45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Career Objective: To become a competent IT professional contributing to innovation and social development in African communities</a:t>
            </a:r>
          </a:p>
          <a:p>
            <a:r>
              <a:rPr lang="en-US" dirty="0"/>
              <a:t>Mission: To bridge the digital divide and promote ethical use of technology.</a:t>
            </a:r>
          </a:p>
          <a:p>
            <a:r>
              <a:rPr lang="en-US" dirty="0"/>
              <a:t>Personal values: Committed to lifelong learning, integrity and resilience.</a:t>
            </a:r>
          </a:p>
          <a:p>
            <a:r>
              <a:rPr lang="en-US" dirty="0"/>
              <a:t>Vision: Combining African identity with modern technological advancement for </a:t>
            </a:r>
            <a:r>
              <a:rPr lang="en-US"/>
              <a:t>sustainable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97013249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60</TotalTime>
  <Words>432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AUTOBIOGRAPHY PRESENTATION</vt:lpstr>
      <vt:lpstr>INTRODUCTION AND BACKGROUND</vt:lpstr>
      <vt:lpstr>Early childhood and family life</vt:lpstr>
      <vt:lpstr>PRIMARY AND SECONDARY EDUCATION</vt:lpstr>
      <vt:lpstr>Choosing Information Technology</vt:lpstr>
      <vt:lpstr>UNIVERSITY LIFE AND ACADEMIC SUCCESS</vt:lpstr>
      <vt:lpstr>Leadership and community Service</vt:lpstr>
      <vt:lpstr>FUTURE GOALS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Cynthia Macharia</dc:creator>
  <cp:lastModifiedBy>Cynthia Macharia</cp:lastModifiedBy>
  <cp:revision>10</cp:revision>
  <dcterms:created xsi:type="dcterms:W3CDTF">2026-01-22T07:55:08Z</dcterms:created>
  <dcterms:modified xsi:type="dcterms:W3CDTF">2026-01-28T09:45:21Z</dcterms:modified>
</cp:coreProperties>
</file>